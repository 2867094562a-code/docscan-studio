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2F61"/>
                </a:solidFill>
              </a:rPr>
              <a:t>真实演示文稿 第一页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914400"/>
          </a:xfrm>
          <a:prstGeom prst="rect">
            <a:avLst/>
          </a:prstGeom>
          <a:solidFill>
            <a:srgbClr val="FF7700"/>
          </a:solidFill>
          <a:ln/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0" y="1097280"/>
          <a:ext cx="3657600" cy="10972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项目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数量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苹果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00000"/>
                </a:solidFill>
              </a:rPr>
              <a:t>Second slide actual file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2026-10-30T04:40:36Z</dcterms:created>
  <dcterms:modified xsi:type="dcterms:W3CDTF">2026-10-30T04:40:36Z</dcterms:modified>
</cp:coreProperties>
</file>